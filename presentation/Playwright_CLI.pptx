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1" r:id="rId5"/>
    <p:sldId id="259" r:id="rId6"/>
    <p:sldId id="260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4" d="100"/>
          <a:sy n="64" d="100"/>
        </p:scale>
        <p:origin x="954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BEF521-FFD1-5C57-F6AC-BFA6A0B40D6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9E2A42E-2366-4E08-21E5-4AA74D83A08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711046-4A24-6487-732C-9773DC9E69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DC75B9-50B5-4816-B42B-6902F04D9BD5}" type="datetimeFigureOut">
              <a:rPr lang="en-US" smtClean="0"/>
              <a:t>3/3/2026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30D073-BB73-1ACF-4229-E0FADAB746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1916FA-6116-A526-7FDB-CBFCC6CD1D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0A1972-1CA8-46D7-95AC-5B8817C510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55243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A2C0AF-CA55-9CF2-9C18-C4BA362FAB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71D280-C51E-BE64-4A60-142E0EEBF1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7864A0-03AB-C080-4574-3E2AAFFBCF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DC75B9-50B5-4816-B42B-6902F04D9BD5}" type="datetimeFigureOut">
              <a:rPr lang="en-US" smtClean="0"/>
              <a:t>3/3/2026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BD63C7-54AF-A6C8-BFAA-565BD2B13A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5EC978-FFCF-7E6F-B98E-A41EDF99CC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0A1972-1CA8-46D7-95AC-5B8817C510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46381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FA43F7-E642-34E9-10DD-1759DCBDAB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DC4AD90-42D0-A4E6-DBDC-EB397FD112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3E210E-B48E-5585-2C6E-6AA8418CA8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DC75B9-50B5-4816-B42B-6902F04D9BD5}" type="datetimeFigureOut">
              <a:rPr lang="en-US" smtClean="0"/>
              <a:t>3/3/2026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3BF134-DB2E-41A5-EC43-ECE1D3EADD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543B06-93AC-6654-3FD2-E802289D30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0A1972-1CA8-46D7-95AC-5B8817C510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6414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EF080B-1AF5-73D8-2F7A-8CEAE0A5E6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7C90B6-809F-B047-2721-42F8C613DF4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CDD263B-A42E-6A31-FCC2-3BC95D0389C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017AC4E-3C2C-133E-3795-161A8BA357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DC75B9-50B5-4816-B42B-6902F04D9BD5}" type="datetimeFigureOut">
              <a:rPr lang="en-US" smtClean="0"/>
              <a:t>3/3/2026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5A8C466-7CF6-F9A3-B493-AD5895D62C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A30BBE-9C81-13CC-5AB3-86038F01E6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0A1972-1CA8-46D7-95AC-5B8817C510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29291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F8EBCE-CB14-C6E0-5F1B-9883239D81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71A218-1922-97E2-DB09-55040FC5086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6CDC40-715A-1B3F-E1B3-262CE044212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E970CE6-C0AA-1D87-D969-81FF42D5547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FB49868-A03C-6571-B412-D7C12E1716A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5DCF37D-BD4C-53FB-4132-CF5104D58D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DC75B9-50B5-4816-B42B-6902F04D9BD5}" type="datetimeFigureOut">
              <a:rPr lang="en-US" smtClean="0"/>
              <a:t>3/3/2026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7A25EC7-BC6F-9D0A-8DFA-286BAC1FCB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CD1D21C-099F-B7F2-092D-87CDAC3985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0A1972-1CA8-46D7-95AC-5B8817C510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05234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8B5920-396A-47EA-CDD7-763868B823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662ADA8-BEFC-D47A-2768-2163F545AA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DC75B9-50B5-4816-B42B-6902F04D9BD5}" type="datetimeFigureOut">
              <a:rPr lang="en-US" smtClean="0"/>
              <a:t>3/3/2026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14E7736-DFD5-CB6C-680C-56A2ACD02E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4801E4D-C10D-EC7F-55DB-802ADE8BAC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0A1972-1CA8-46D7-95AC-5B8817C510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94774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CC52011-2127-30D3-6AF2-D15E711610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DC75B9-50B5-4816-B42B-6902F04D9BD5}" type="datetimeFigureOut">
              <a:rPr lang="en-US" smtClean="0"/>
              <a:t>3/3/2026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C2A7D72-4715-411C-7441-7D73C27A37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057EA7-5106-FF55-EA7F-96995D0439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0A1972-1CA8-46D7-95AC-5B8817C510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2134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00F220-EB65-B275-AF88-01071261EF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49093C-E8EE-0A4E-99F3-D6257A473E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7DEF1F5-1BF2-BC0F-C27A-D71F207F259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49F70D1-54BA-66DD-D393-60B22CC76D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DC75B9-50B5-4816-B42B-6902F04D9BD5}" type="datetimeFigureOut">
              <a:rPr lang="en-US" smtClean="0"/>
              <a:t>3/3/2026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DED2D1A-FCD0-40EC-2BEE-5688169DF1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E8C77E0-F5A0-A784-C418-7DE3993E29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0A1972-1CA8-46D7-95AC-5B8817C510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10401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B8C6B7-28FE-F432-E26D-94DBCE3C71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60E78AA-A872-3E32-A779-4B8A1CC8C7D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2AC56F-B093-1C35-19C9-CD1B17054B8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A3FA97-1603-925B-FFA8-C439959214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DC75B9-50B5-4816-B42B-6902F04D9BD5}" type="datetimeFigureOut">
              <a:rPr lang="en-US" smtClean="0"/>
              <a:t>3/3/2026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B7139A8-F50C-5639-03AE-DC01F406B7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C7992C2-4615-A25F-DBBC-6CA5027283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0A1972-1CA8-46D7-95AC-5B8817C510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97302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B50CDE-05CF-3E2C-3633-F096A1806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E48ADC7-70C5-020A-C3E3-48A17BF66DD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0E9AC8-1D91-2009-655F-01957E8C4F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DC75B9-50B5-4816-B42B-6902F04D9BD5}" type="datetimeFigureOut">
              <a:rPr lang="en-US" smtClean="0"/>
              <a:t>3/3/2026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2EE7BA-EE55-1872-A6C6-B445ABC88F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0FD829-0800-ACC3-4D0C-CD1FBD84E2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0A1972-1CA8-46D7-95AC-5B8817C510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10166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855AAD3-90B4-1101-3913-67B7B4AE591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45D2B65-A7ED-AF28-D277-113AAB9B72A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BB9040-E2F4-88DD-A49E-26812382DD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DC75B9-50B5-4816-B42B-6902F04D9BD5}" type="datetimeFigureOut">
              <a:rPr lang="en-US" smtClean="0"/>
              <a:t>3/3/2026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75E2EB-45B5-2710-68A2-4F6DE45C77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804976-B6E2-6CFF-10D5-2C2E0CDF4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0A1972-1CA8-46D7-95AC-5B8817C510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61662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207DCD6-8844-2AAB-A817-F807638D92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AFE7C4D-1903-BA43-2C2B-B8575EA67A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9302E6-59D8-E196-7243-2EB52C1764C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0DC75B9-50B5-4816-B42B-6902F04D9BD5}" type="datetimeFigureOut">
              <a:rPr lang="en-US" smtClean="0"/>
              <a:t>3/3/2026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9F2577-4E7E-AA18-6877-126E04EFBE1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FDDE28-5266-10D6-DDD2-C25A9C22BD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30A1972-1CA8-46D7-95AC-5B8817C510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30102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://www.saucedemo.com/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EA71BA-9AB4-CCD2-F680-5B18DEBA149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N" dirty="0"/>
              <a:t>Playwright CLI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87AB088-067F-680F-E521-2E667F5C1EE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IN" dirty="0"/>
              <a:t>Rohan Patil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491980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0478AA-7193-46EC-3979-94B4961E34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MCP 	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402641-A9C4-84FD-558D-CFDF299400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MCP is powerful but </a:t>
            </a:r>
            <a:r>
              <a:rPr lang="en-GB" b="1" dirty="0"/>
              <a:t>expensive on context</a:t>
            </a:r>
            <a:r>
              <a:rPr lang="en-GB" dirty="0"/>
              <a:t>, making it less practical for agents already handling large codebases or frequent browser interactions.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445853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1B8349-6DD5-A28C-DCE7-A81F11F503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Why CLI over MCP?</a:t>
            </a:r>
            <a:br>
              <a:rPr lang="en-GB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6DF548-CF7D-BF5D-B1F7-81EAEA0330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GB" dirty="0"/>
              <a:t>CLI commands are </a:t>
            </a:r>
            <a:r>
              <a:rPr lang="en-GB" b="1" dirty="0"/>
              <a:t>token-efficient</a:t>
            </a:r>
            <a:r>
              <a:rPr lang="en-GB" dirty="0"/>
              <a:t> — no heavy tool schemas or accessibility trees loaded into context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dirty="0"/>
              <a:t>Agents use concise, purpose-built commands instead of verbose inputs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dirty="0"/>
              <a:t>Better suited for coding agents juggling </a:t>
            </a:r>
            <a:r>
              <a:rPr lang="en-GB" b="1" dirty="0"/>
              <a:t>browser automation + large codebases</a:t>
            </a:r>
            <a:r>
              <a:rPr lang="en-GB" dirty="0"/>
              <a:t> within limited context windows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dirty="0"/>
              <a:t>CLI + SKILLs = the preferred pattern for </a:t>
            </a:r>
            <a:r>
              <a:rPr lang="en-GB" b="1" dirty="0"/>
              <a:t>high-throughput agentic workflows</a:t>
            </a:r>
            <a:endParaRPr lang="en-GB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53151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3C7DA1-0E0F-1B19-6838-5A0CF3D126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Skills</a:t>
            </a:r>
            <a:endParaRPr lang="en-US" dirty="0"/>
          </a:p>
        </p:txBody>
      </p:sp>
      <p:pic>
        <p:nvPicPr>
          <p:cNvPr id="1026" name="Picture 2" descr="How to build The Matrix | TechCrunch">
            <a:extLst>
              <a:ext uri="{FF2B5EF4-FFF2-40B4-BE49-F238E27FC236}">
                <a16:creationId xmlns:a16="http://schemas.microsoft.com/office/drawing/2014/main" id="{F47EE870-05FD-94CA-F720-F0A6F985F7D8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1791786"/>
            <a:ext cx="4867510" cy="38285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The Matrix Movies — How To Watch ...">
            <a:extLst>
              <a:ext uri="{FF2B5EF4-FFF2-40B4-BE49-F238E27FC236}">
                <a16:creationId xmlns:a16="http://schemas.microsoft.com/office/drawing/2014/main" id="{7D3A3629-782A-1BF0-8991-CFB765D8DD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25917" y="2285530"/>
            <a:ext cx="5682210" cy="28411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356605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59F22F-E713-416A-E8D0-F476AD04B1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CLI &amp; Skills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D6F40C-F72B-E40C-DB52-D6794CE8CE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 err="1"/>
              <a:t>npm</a:t>
            </a:r>
            <a:r>
              <a:rPr lang="en-GB" dirty="0"/>
              <a:t> install -g @playwright/cli@latest</a:t>
            </a:r>
          </a:p>
          <a:p>
            <a:pPr marL="0" indent="0">
              <a:buNone/>
            </a:pPr>
            <a:r>
              <a:rPr lang="en-GB" dirty="0"/>
              <a:t>   </a:t>
            </a:r>
          </a:p>
          <a:p>
            <a:pPr marL="0" indent="0">
              <a:buNone/>
            </a:pPr>
            <a:r>
              <a:rPr lang="en-GB" dirty="0"/>
              <a:t>    playwright-cli –help</a:t>
            </a:r>
          </a:p>
          <a:p>
            <a:endParaRPr lang="en-GB" dirty="0"/>
          </a:p>
          <a:p>
            <a:r>
              <a:rPr lang="en-US" dirty="0"/>
              <a:t>playwright-cli install --skills</a:t>
            </a:r>
          </a:p>
        </p:txBody>
      </p:sp>
    </p:spTree>
    <p:extLst>
      <p:ext uri="{BB962C8B-B14F-4D97-AF65-F5344CB8AC3E}">
        <p14:creationId xmlns:p14="http://schemas.microsoft.com/office/powerpoint/2010/main" val="7685219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EFB1F6-5C5F-C5D7-1650-A15544A55A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Examples &amp; Prompts 	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21E592-4ECB-4869-2878-E9F2146385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Use Playwright cli, </a:t>
            </a:r>
            <a:r>
              <a:rPr lang="en-IN" dirty="0" err="1"/>
              <a:t>goto</a:t>
            </a:r>
            <a:r>
              <a:rPr lang="en-IN" dirty="0"/>
              <a:t> website </a:t>
            </a:r>
            <a:r>
              <a:rPr lang="en-IN" dirty="0">
                <a:hlinkClick r:id="rId2"/>
              </a:rPr>
              <a:t>www.saucedemo.com</a:t>
            </a:r>
            <a:r>
              <a:rPr lang="en-IN" dirty="0"/>
              <a:t> , login with existing credentials. Complete the checkout process. </a:t>
            </a:r>
          </a:p>
          <a:p>
            <a:r>
              <a:rPr lang="en-IN" dirty="0"/>
              <a:t>Record a video, save it using –filename=demo.mp4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965536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2BA479-BF58-78C2-EA35-480ED8E114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Trace 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CAC73C-13D5-72BF-A3E2-343C3D7CFE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For previous prompt, record a trace with screenshots=true, snapshots=true, save as trace.zip</a:t>
            </a:r>
          </a:p>
          <a:p>
            <a:endParaRPr lang="en-IN" dirty="0"/>
          </a:p>
          <a:p>
            <a:r>
              <a:rPr lang="en-IN" dirty="0" err="1"/>
              <a:t>npx</a:t>
            </a:r>
            <a:r>
              <a:rPr lang="en-IN" dirty="0"/>
              <a:t> playwright show-trace trace.zip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187471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A4B7A4-2130-F53B-67A7-0A35A6E793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07189A-F7BB-5303-0D98-3863040849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442360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454</TotalTime>
  <Words>176</Words>
  <Application>Microsoft Office PowerPoint</Application>
  <PresentationFormat>Widescreen</PresentationFormat>
  <Paragraphs>23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Calibri</vt:lpstr>
      <vt:lpstr>Calibri Light</vt:lpstr>
      <vt:lpstr>Office Theme</vt:lpstr>
      <vt:lpstr>Playwright CLI</vt:lpstr>
      <vt:lpstr>MCP  </vt:lpstr>
      <vt:lpstr>Why CLI over MCP? </vt:lpstr>
      <vt:lpstr>Skills</vt:lpstr>
      <vt:lpstr>CLI &amp; Skills</vt:lpstr>
      <vt:lpstr>Examples &amp; Prompts  </vt:lpstr>
      <vt:lpstr>Trace 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Playwright CLI</dc:title>
  <dc:creator>Rohan Patil</dc:creator>
  <cp:lastModifiedBy>Rohan Patil</cp:lastModifiedBy>
  <cp:revision>6</cp:revision>
  <dcterms:created xsi:type="dcterms:W3CDTF">2026-03-03T11:10:49Z</dcterms:created>
  <dcterms:modified xsi:type="dcterms:W3CDTF">2026-03-03T18:44:51Z</dcterms:modified>
</cp:coreProperties>
</file>