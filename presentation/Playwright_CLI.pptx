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4" r:id="rId7"/>
    <p:sldId id="260" r:id="rId8"/>
    <p:sldId id="266" r:id="rId9"/>
    <p:sldId id="267" r:id="rId10"/>
    <p:sldId id="268" r:id="rId11"/>
    <p:sldId id="270" r:id="rId12"/>
    <p:sldId id="271" r:id="rId13"/>
    <p:sldId id="272" r:id="rId14"/>
    <p:sldId id="265" r:id="rId15"/>
    <p:sldId id="269" r:id="rId16"/>
    <p:sldId id="262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F521-FFD1-5C57-F6AC-BFA6A0B40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2A42E-2366-4E08-21E5-4AA74D83A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11046-4A24-6487-732C-9773DC9E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0D073-BB73-1ACF-4229-E0FADAB7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916FA-6116-A526-7FDB-CBFCC6CD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2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C0AF-CA55-9CF2-9C18-C4BA362F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D280-C51E-BE64-4A60-142E0EEBF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864A0-03AB-C080-4574-3E2AAFFB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D63C7-54AF-A6C8-BFAA-565BD2B1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EC978-FFCF-7E6F-B98E-A41EDF99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3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43F7-E642-34E9-10DD-1759DCBD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4AD90-42D0-A4E6-DBDC-EB397FD1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E210E-B48E-5585-2C6E-6AA8418CA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BF134-DB2E-41A5-EC43-ECE1D3EA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43B06-93AC-6654-3FD2-E802289D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080B-1AF5-73D8-2F7A-8CEAE0A5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90B6-809F-B047-2721-42F8C613D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D263B-A42E-6A31-FCC2-3BC95D038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7AC4E-3C2C-133E-3795-161A8BA3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8C466-7CF6-F9A3-B493-AD5895D6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30BBE-9C81-13CC-5AB3-86038F01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2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EBCE-CB14-C6E0-5F1B-9883239D8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1A218-1922-97E2-DB09-55040FC50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CDC40-715A-1B3F-E1B3-262CE0442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70CE6-C0AA-1D87-D969-81FF42D55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49868-A03C-6571-B412-D7C12E171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CF37D-BD4C-53FB-4132-CF5104D5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25EC7-BC6F-9D0A-8DFA-286BAC1F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1D21C-099F-B7F2-092D-87CDAC39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2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5920-396A-47EA-CDD7-763868B8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2ADA8-BEFC-D47A-2768-2163F545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E7736-DFD5-CB6C-680C-56A2ACD0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01E4D-C10D-EC7F-55DB-802ADE8B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47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C52011-2127-30D3-6AF2-D15E71161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A7D72-4715-411C-7441-7D73C27A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57EA7-5106-FF55-EA7F-96995D04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3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F220-EB65-B275-AF88-01071261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093C-E8EE-0A4E-99F3-D6257A473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F1F5-1BF2-BC0F-C27A-D71F207F2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F70D1-54BA-66DD-D393-60B22CC7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D2D1A-FCD0-40EC-2BEE-5688169D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C77E0-F5A0-A784-C418-7DE3993E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4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C6B7-28FE-F432-E26D-94DBCE3C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E78AA-A872-3E32-A779-4B8A1CC8C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C56F-B093-1C35-19C9-CD1B17054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3FA97-1603-925B-FFA8-C4399592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139A8-F50C-5639-03AE-DC01F406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992C2-4615-A25F-DBBC-6CA50272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3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0CDE-05CF-3E2C-3633-F096A180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8ADC7-70C5-020A-C3E3-48A17BF66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E9AC8-1D91-2009-655F-01957E8C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EE7BA-EE55-1872-A6C6-B445ABC8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FD829-0800-ACC3-4D0C-CD1FBD84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1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55AAD3-90B4-1101-3913-67B7B4AE5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D2B65-A7ED-AF28-D277-113AAB9B7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B9040-E2F4-88DD-A49E-26812382D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5E2EB-45B5-2710-68A2-4F6DE45C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04976-B6E2-6CFF-10D5-2C2E0CDF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66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7DCD6-8844-2AAB-A817-F807638D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E7C4D-1903-BA43-2C2B-B8575EA67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302E6-59D8-E196-7243-2EB52C176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C75B9-50B5-4816-B42B-6902F04D9B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F2577-4E7E-AA18-6877-126E04EFB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DDE28-5266-10D6-DDD2-C25A9C22B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A1972-1CA8-46D7-95AC-5B8817C51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1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ucedemo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71BA-9AB4-CCD2-F680-5B18DEBA1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Playwright CLI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AB088-067F-680F-E521-2E667F5C1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Rohan Patil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9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78AA-7193-46EC-3979-94B4961E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02641-A9C4-84FD-558D-CFDF29940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MCP is powerful but </a:t>
            </a:r>
            <a:r>
              <a:rPr lang="en-GB" b="1" dirty="0"/>
              <a:t>expensive on context</a:t>
            </a:r>
            <a:r>
              <a:rPr lang="en-GB" dirty="0"/>
              <a:t>, making it less practical for agents already handling large codebases or frequent browser interactions.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8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B8349-6DD5-A28C-DCE7-A81F11F5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CLI over MCP?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DF548-CF7D-BF5D-B1F7-81EAEA033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CLI commands are </a:t>
            </a:r>
            <a:r>
              <a:rPr lang="en-GB" b="1" dirty="0"/>
              <a:t>token-efficient</a:t>
            </a:r>
            <a:r>
              <a:rPr lang="en-GB" dirty="0"/>
              <a:t> — no heavy tool schemas or accessibility trees loaded into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Agents use concise, purpose-built commands instead of verbose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Better suited for coding agents juggling </a:t>
            </a:r>
            <a:r>
              <a:rPr lang="en-GB" b="1" dirty="0"/>
              <a:t>browser automation + large codebases</a:t>
            </a:r>
            <a:r>
              <a:rPr lang="en-GB" dirty="0"/>
              <a:t> within limited context windows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CLI + SKILLs = the preferred pattern for </a:t>
            </a:r>
            <a:r>
              <a:rPr lang="en-GB" b="1" dirty="0"/>
              <a:t>high-throughput agentic workflows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15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7DA1-0E0F-1B19-6838-5A0CF3D1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</a:t>
            </a:r>
            <a:endParaRPr lang="en-US" dirty="0"/>
          </a:p>
        </p:txBody>
      </p:sp>
      <p:pic>
        <p:nvPicPr>
          <p:cNvPr id="1026" name="Picture 2" descr="How to build The Matrix | TechCrunch">
            <a:extLst>
              <a:ext uri="{FF2B5EF4-FFF2-40B4-BE49-F238E27FC236}">
                <a16:creationId xmlns:a16="http://schemas.microsoft.com/office/drawing/2014/main" id="{F47EE870-05FD-94CA-F720-F0A6F985F7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91786"/>
            <a:ext cx="4867510" cy="382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Matrix Movies — How To Watch ...">
            <a:extLst>
              <a:ext uri="{FF2B5EF4-FFF2-40B4-BE49-F238E27FC236}">
                <a16:creationId xmlns:a16="http://schemas.microsoft.com/office/drawing/2014/main" id="{7D3A3629-782A-1BF0-8991-CFB765D8D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917" y="2285530"/>
            <a:ext cx="5682210" cy="284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66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F22F-E713-416A-E8D0-F476AD04B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 &amp; Skills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6F40C-F72B-E40C-DB52-D6794CE8C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npm</a:t>
            </a:r>
            <a:r>
              <a:rPr lang="en-GB" dirty="0"/>
              <a:t> install -g @playwright/cli@latest</a:t>
            </a:r>
          </a:p>
          <a:p>
            <a:pPr marL="0" indent="0">
              <a:buNone/>
            </a:pPr>
            <a:r>
              <a:rPr lang="en-GB" dirty="0"/>
              <a:t>   </a:t>
            </a:r>
          </a:p>
          <a:p>
            <a:pPr marL="0" indent="0">
              <a:buNone/>
            </a:pPr>
            <a:r>
              <a:rPr lang="en-GB" dirty="0"/>
              <a:t>    playwright-cli –help</a:t>
            </a:r>
          </a:p>
          <a:p>
            <a:endParaRPr lang="en-GB" dirty="0"/>
          </a:p>
          <a:p>
            <a:r>
              <a:rPr lang="en-US" dirty="0"/>
              <a:t>playwright-cli install --skills</a:t>
            </a:r>
          </a:p>
        </p:txBody>
      </p:sp>
    </p:spTree>
    <p:extLst>
      <p:ext uri="{BB962C8B-B14F-4D97-AF65-F5344CB8AC3E}">
        <p14:creationId xmlns:p14="http://schemas.microsoft.com/office/powerpoint/2010/main" val="76852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7784-0778-D291-005C-6CB7D0773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882CB-CB29-4567-F873-51A433AE5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F78B5-D94B-6E8B-4264-9E978C254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046"/>
            <a:ext cx="12192000" cy="500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52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B1F6-5C5F-C5D7-1650-A15544A5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&amp; Prompts 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1E592-4ECB-4869-2878-E9F214638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Playwright cli, </a:t>
            </a:r>
            <a:r>
              <a:rPr lang="en-IN" dirty="0" err="1"/>
              <a:t>goto</a:t>
            </a:r>
            <a:r>
              <a:rPr lang="en-IN" dirty="0"/>
              <a:t> website </a:t>
            </a:r>
            <a:r>
              <a:rPr lang="en-IN" dirty="0">
                <a:hlinkClick r:id="rId2"/>
              </a:rPr>
              <a:t>www.saucedemo.com</a:t>
            </a:r>
            <a:r>
              <a:rPr lang="en-IN" dirty="0"/>
              <a:t> , login with existing credentials. Complete the checkout process. </a:t>
            </a:r>
          </a:p>
          <a:p>
            <a:r>
              <a:rPr lang="en-IN" dirty="0"/>
              <a:t>Record a video, save it using –filename=demo.mp4</a:t>
            </a:r>
          </a:p>
          <a:p>
            <a:r>
              <a:rPr lang="en-GB" dirty="0"/>
              <a:t> can you make a test plan</a:t>
            </a:r>
            <a:r>
              <a:rPr lang="en-IN" dirty="0"/>
              <a:t> &amp; </a:t>
            </a:r>
            <a:r>
              <a:rPr lang="en-GB" dirty="0"/>
              <a:t> save the plan.md file in this repo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55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E778-C29C-4AF0-C3CA-1B399A6D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C09A-C471-D30C-2C45-7A56EA6EF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C1215-187D-DE46-1544-9D236846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96" y="0"/>
            <a:ext cx="8929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79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2A3D-150A-C33B-7CAA-693BA152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321AD-DC6D-A7B9-B806-1DDEF2DD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6D8E3-8B64-4706-C123-9CB6786DE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78" y="0"/>
            <a:ext cx="10940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0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7F9C-A994-0265-E0F9-784BB0E3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DE5C-1EFF-28EA-5F63-E4551BE9E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642D7-6F96-97C0-188F-B79F85F3C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485364"/>
            <a:ext cx="10545647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2B0E-0203-DA06-B708-B67B8EAF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C5AE-1CC4-6F46-3306-37B11EE86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542F2-146E-FB9C-4763-825D600F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6" y="0"/>
            <a:ext cx="12023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95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44C2-6FBD-EAB0-BFE1-5F43BCC8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4E9BA-0227-190C-0C54-EC2F5D705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891FB-2985-94E9-B6FE-DB6C08B31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89" y="0"/>
            <a:ext cx="4780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53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EE6D-A3F1-E9E9-FF80-8F5B143F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6320A-54D1-9972-4571-829D88FD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0DF9D-146B-FD2F-7420-6A1935696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069" y="0"/>
            <a:ext cx="7083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6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EFE3-52E6-359C-5F9C-253975CB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8EF2C-092A-BA37-A600-FC84E20AC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00B15-E827-DCB1-3CE4-E20FE7DD6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123363"/>
            <a:ext cx="11393490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93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DDC2-B64C-D3C4-CF5F-3BDB2F82D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68971-02A9-D905-AF17-9DB1057D7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721AF-CB7D-657A-8F43-5FAEA596C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998"/>
            <a:ext cx="12192000" cy="636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08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A479-BF58-78C2-EA35-480ED8E1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AC73C-13D5-72BF-A3E2-343C3D7C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previous prompt, record a trace with screenshots=true, snapshots=true, save as trace.zip</a:t>
            </a:r>
          </a:p>
          <a:p>
            <a:endParaRPr lang="en-IN" dirty="0"/>
          </a:p>
          <a:p>
            <a:r>
              <a:rPr lang="en-IN" dirty="0" err="1"/>
              <a:t>npx</a:t>
            </a:r>
            <a:r>
              <a:rPr lang="en-IN" dirty="0"/>
              <a:t> playwright show-trace trace.zip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47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B7A4-2130-F53B-67A7-0A35A6E79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7189A-F7BB-5303-0D98-386304084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23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193</Words>
  <Application>Microsoft Office PowerPoint</Application>
  <PresentationFormat>Widescreen</PresentationFormat>
  <Paragraphs>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Playwright CLI</vt:lpstr>
      <vt:lpstr>MCP  </vt:lpstr>
      <vt:lpstr>Why CLI over MCP? </vt:lpstr>
      <vt:lpstr>Skills</vt:lpstr>
      <vt:lpstr>CLI &amp; Skills</vt:lpstr>
      <vt:lpstr>PowerPoint Presentation</vt:lpstr>
      <vt:lpstr>Examples &amp; Prompts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CLI</dc:title>
  <dc:creator>Rohan Patil</dc:creator>
  <cp:lastModifiedBy>Rohan Patil</cp:lastModifiedBy>
  <cp:revision>12</cp:revision>
  <dcterms:created xsi:type="dcterms:W3CDTF">2026-03-03T11:10:49Z</dcterms:created>
  <dcterms:modified xsi:type="dcterms:W3CDTF">2026-05-03T18:18:07Z</dcterms:modified>
</cp:coreProperties>
</file>